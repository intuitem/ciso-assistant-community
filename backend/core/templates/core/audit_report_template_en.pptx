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60" r:id="rId3"/>
    <p:sldId id="257" r:id="rId4"/>
    <p:sldId id="258" r:id="rId5"/>
    <p:sldId id="259" r:id="rId6"/>
  </p:sldIdLst>
  <p:sldSz cx="12192000" cy="6858000"/>
  <p:notesSz cx="6858000" cy="9144000"/>
  <p:defaultTextStyle>
    <a:defPPr>
      <a:defRPr lang="en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147"/>
    <p:restoredTop sz="94629"/>
  </p:normalViewPr>
  <p:slideViewPr>
    <p:cSldViewPr snapToGrid="0">
      <p:cViewPr>
        <p:scale>
          <a:sx n="92" d="100"/>
          <a:sy n="92" d="100"/>
        </p:scale>
        <p:origin x="744" y="14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F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7FAE7A7-2902-574B-A71C-EC27DC0C2C2E}" type="datetimeFigureOut">
              <a:rPr lang="en-FR" smtClean="0"/>
              <a:t>06/01/2026</a:t>
            </a:fld>
            <a:endParaRPr lang="en-F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F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0FF6685-FA6B-DD42-BE8A-2841A9387CAC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24314602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384392-9B7C-671D-7219-CA95249638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A9B37A-73F7-C668-2998-C4B37DA4F7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C09818-9E55-10B6-119C-2D81906EF5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09BA13-23F9-2342-9CA2-CF9B62A639A9}" type="datetime1">
              <a:rPr lang="fr-FR" smtClean="0"/>
              <a:t>06/01/2026</a:t>
            </a:fld>
            <a:endParaRPr lang="en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951582-3011-0130-2495-0BA5B2BDCB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CISO Assistant</a:t>
            </a:r>
            <a:endParaRPr lang="en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BE3FAF-D694-4E90-8CA4-17A38BF858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684E51-FA75-6045-9327-F52E4E2EADA7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37332382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780DE8-8EF8-E43D-5DE5-99DAAA51A7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041B11-487C-F7ED-4C59-D06A66D3EB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006D54-BE0A-0A67-C0FD-65FA7FA29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4F59B-EF59-644B-98D3-1AE093B2C78D}" type="datetime1">
              <a:rPr lang="fr-FR" smtClean="0"/>
              <a:t>06/01/2026</a:t>
            </a:fld>
            <a:endParaRPr lang="en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496F5D-CBD6-9975-2AB5-0F401FB01C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CISO Assistant</a:t>
            </a:r>
            <a:endParaRPr lang="en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2E3FE3-C044-2850-E35C-911CC4A39B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684E51-FA75-6045-9327-F52E4E2EADA7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20185184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D76AE8-6291-D404-B737-AF98DDC922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9BC56E-AADC-8EAC-1FD3-072D332B7C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237AC7-11B6-7BB3-9A19-7B914CA3B9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381694-F416-DD41-8D17-98BCFE34C3EF}" type="datetime1">
              <a:rPr lang="fr-FR" smtClean="0"/>
              <a:t>06/01/2026</a:t>
            </a:fld>
            <a:endParaRPr lang="en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027E77-69CF-CBF4-27A7-F1A17536AC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CISO Assistant</a:t>
            </a:r>
            <a:endParaRPr lang="en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D249C0-D6D2-BA56-DE25-84E8C4F05A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684E51-FA75-6045-9327-F52E4E2EADA7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17089787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4B590C-6E5E-2F12-3F15-9E5D33D27F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EB94A3-39E9-6967-EF32-AEE9A2691B8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61B5F4-76A3-DDB6-1430-7A1EE35B7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61DAA9-6519-BC32-3248-7BCFB979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C1F917-E753-E142-876D-E95DD36C7EC8}" type="datetime1">
              <a:rPr lang="fr-FR" smtClean="0"/>
              <a:t>06/01/2026</a:t>
            </a:fld>
            <a:endParaRPr lang="en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304AB1-88A4-F3CF-04E4-6AEFCA2D49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CISO Assistant</a:t>
            </a:r>
            <a:endParaRPr lang="en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D56661-D71D-7201-9090-8D15C27741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684E51-FA75-6045-9327-F52E4E2EADA7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11377572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D06B6D-F3D2-D609-2D45-EB62CFF819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8C6FB4-E21D-FE68-B4B5-65CC054718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3A82BD-F914-035A-4B9C-557DF0E31C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3763AEC-2A4E-BE92-5D78-EC32CE463A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4A6FB1-BB99-EADB-4975-B6DD0F6A182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9A9ACC7-C1EF-6A3E-CF9A-E28CA677A7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620DDD-23E5-C54A-AACD-A010625AFFBE}" type="datetime1">
              <a:rPr lang="fr-FR" smtClean="0"/>
              <a:t>06/01/2026</a:t>
            </a:fld>
            <a:endParaRPr lang="en-F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5FB81F6-1694-C024-EE63-3FDB9698A4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CISO Assistant</a:t>
            </a:r>
            <a:endParaRPr lang="en-F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4D7A655-244D-B49D-030A-5F492F32F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684E51-FA75-6045-9327-F52E4E2EADA7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6454867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31E92E-120E-A24D-688A-137EB1919F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EF64EC-0480-4D3D-3162-C3C94875E6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EA8572-591D-034A-B80F-B8D6783EE3E6}" type="datetime1">
              <a:rPr lang="fr-FR" smtClean="0"/>
              <a:t>06/01/2026</a:t>
            </a:fld>
            <a:endParaRPr lang="en-F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24C01F6-AA34-F548-6249-7131696232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CISO Assistant</a:t>
            </a:r>
            <a:endParaRPr lang="en-F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9701A6-0537-84A3-B1B4-ED1FF51AA2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684E51-FA75-6045-9327-F52E4E2EADA7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1710823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0AA83E-5FF3-8EA5-81C2-A004EFCCB9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CD6444-779C-BE45-9EAC-EFC2F033B994}" type="datetime1">
              <a:rPr lang="fr-FR" smtClean="0"/>
              <a:t>06/01/2026</a:t>
            </a:fld>
            <a:endParaRPr lang="en-F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359FC87-2552-FA39-F09E-4199286C59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CISO Assistant</a:t>
            </a:r>
            <a:endParaRPr lang="en-F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81AB23-A6C9-3B4F-0517-EF85A3BE5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684E51-FA75-6045-9327-F52E4E2EADA7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39667026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0B2BD-337C-A15D-84D8-CDD1611C27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40A468-92A9-65A0-7EF4-4BD4E98CB4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FDE07A4-DA39-8833-E6F9-69549D04FB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F67C14-170A-674E-355F-35DFAB93E6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D1FC6-41EB-9142-9607-05B1E5D50B35}" type="datetime1">
              <a:rPr lang="fr-FR" smtClean="0"/>
              <a:t>06/01/2026</a:t>
            </a:fld>
            <a:endParaRPr lang="en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6A89CC-F8AD-2A7B-D5F2-BA884ECED1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CISO Assistant</a:t>
            </a:r>
            <a:endParaRPr lang="en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0A65AA-26E6-7C29-875A-B9ABC8A31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684E51-FA75-6045-9327-F52E4E2EADA7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23746970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6748C7-4288-0E96-0F83-84900A3AFF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20B8CB9-85A6-9C02-5D3E-15E1F074EE0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0BE343-537A-FCCD-E608-CABC38CF11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6C5A29-0728-0B3D-ED5A-C943995045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EF8D94-A458-A84A-BA02-AB685A73A9FC}" type="datetime1">
              <a:rPr lang="fr-FR" smtClean="0"/>
              <a:t>06/01/2026</a:t>
            </a:fld>
            <a:endParaRPr lang="en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9FE4AA-57E4-EFD6-2675-3F98738FA3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CISO Assistant</a:t>
            </a:r>
            <a:endParaRPr lang="en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608C8F-FB76-6B67-0151-3D9CA334B5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684E51-FA75-6045-9327-F52E4E2EADA7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744816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E24C8-F68E-D038-2FA5-191B8017C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08E1BAB-3E23-D5B3-6DAE-401BFCDACA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6BC87E-6D99-EFC4-0978-40E6FB71C6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A2223C-5447-8D4F-ABC0-D9DD3FA32D1B}" type="datetime1">
              <a:rPr lang="fr-FR" smtClean="0"/>
              <a:t>06/01/2026</a:t>
            </a:fld>
            <a:endParaRPr lang="en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C0DF9D-9EFD-7690-4203-5436C738AA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CISO Assistant</a:t>
            </a:r>
            <a:endParaRPr lang="en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38A08F-A0CD-B57E-BDFA-D947E4E668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684E51-FA75-6045-9327-F52E4E2EADA7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22576661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A93492F-7DD6-14BD-A055-B70DD9E6EB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973E8C0-A315-7CB6-E56E-DD1C9F37407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1B12B0-C5E7-DF7E-4243-BA015B9DAC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B3B30E-67D2-1C44-BD3F-29009E72BB7F}" type="datetime1">
              <a:rPr lang="fr-FR" smtClean="0"/>
              <a:t>06/01/2026</a:t>
            </a:fld>
            <a:endParaRPr lang="en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A946B1-A8ED-DD71-A95E-BB71E3358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CISO Assistant</a:t>
            </a:r>
            <a:endParaRPr lang="en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20FBA1-7D9C-CD34-76E3-476E03F026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684E51-FA75-6045-9327-F52E4E2EADA7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20567080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1927ED1-C350-0D11-FF4A-7805D62356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134AC3-7E67-14AF-DC52-90B7D77319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518399-4C91-33EC-60E8-06393CC7B3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6BED62B-F076-364B-904C-3D7464096D70}" type="datetime1">
              <a:rPr lang="fr-FR" smtClean="0"/>
              <a:t>06/01/2026</a:t>
            </a:fld>
            <a:endParaRPr lang="en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0DB32C-3124-5DEA-E1ED-579509CF0A7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CISO Assistant</a:t>
            </a:r>
            <a:endParaRPr lang="en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730C34-B21D-3E71-1A61-836E14218D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A684E51-FA75-6045-9327-F52E4E2EADA7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22804360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ACF0D9-94F5-8041-B449-561BE15A45A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{{</a:t>
            </a:r>
            <a:r>
              <a:rPr lang="en-US" dirty="0" err="1"/>
              <a:t>audit_name</a:t>
            </a:r>
            <a:r>
              <a:rPr lang="en-US" dirty="0"/>
              <a:t>}}</a:t>
            </a:r>
            <a:br>
              <a:rPr lang="en-US" dirty="0"/>
            </a:br>
            <a:endParaRPr lang="en-FR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67D5A75-94B3-B72E-B925-A1ABAE11BC3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FR" dirty="0"/>
              <a:t>audit report</a:t>
            </a:r>
          </a:p>
          <a:p>
            <a:endParaRPr lang="en-FR" dirty="0"/>
          </a:p>
          <a:p>
            <a:r>
              <a:rPr lang="en-GB" dirty="0"/>
              <a:t>{{</a:t>
            </a:r>
            <a:r>
              <a:rPr lang="en-GB" dirty="0" err="1"/>
              <a:t>framework_name</a:t>
            </a:r>
            <a:r>
              <a:rPr lang="en-GB" dirty="0"/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22279801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2C3F3-AE9B-80B9-5DF6-0DC44453D3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FR" sz="2400" dirty="0"/>
              <a:t>scope</a:t>
            </a:r>
            <a:br>
              <a:rPr lang="en-FR" dirty="0"/>
            </a:br>
            <a:r>
              <a:rPr lang="en-FR" dirty="0"/>
              <a:t>{{perimeter_name}}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769DA97-D17F-D042-747A-075D462515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FR" dirty="0"/>
              <a:t>{{perimeter_description}}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3E208CD-6F9D-A87E-62E1-786C52A971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CISO Assistant</a:t>
            </a:r>
            <a:endParaRPr lang="en-FR" dirty="0"/>
          </a:p>
        </p:txBody>
      </p:sp>
    </p:spTree>
    <p:extLst>
      <p:ext uri="{BB962C8B-B14F-4D97-AF65-F5344CB8AC3E}">
        <p14:creationId xmlns:p14="http://schemas.microsoft.com/office/powerpoint/2010/main" val="24093080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2C3F3-AE9B-80B9-5DF6-0DC44453D3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FR" dirty="0"/>
              <a:t>Compliance overview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0BE4B8C-4514-D35C-1363-F69A5A687542}"/>
              </a:ext>
            </a:extLst>
          </p:cNvPr>
          <p:cNvSpPr/>
          <p:nvPr/>
        </p:nvSpPr>
        <p:spPr>
          <a:xfrm>
            <a:off x="3535997" y="2582920"/>
            <a:ext cx="5399405" cy="32397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{{</a:t>
            </a:r>
            <a:r>
              <a:rPr lang="en-GB" dirty="0" err="1"/>
              <a:t>compliance_donut</a:t>
            </a:r>
            <a:r>
              <a:rPr lang="en-GB" dirty="0"/>
              <a:t>}}</a:t>
            </a:r>
            <a:endParaRPr lang="en-FR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7E9A0DDC-CF90-CA8A-C070-B6B28FF003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CISO Assistant</a:t>
            </a:r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39532740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F955CE-8BD2-7DD6-59A6-0C63AB6499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FR" dirty="0"/>
              <a:t>Controls breakdown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F52AE81-2B76-70F5-2E6F-D5D477BEAD9B}"/>
              </a:ext>
            </a:extLst>
          </p:cNvPr>
          <p:cNvSpPr/>
          <p:nvPr/>
        </p:nvSpPr>
        <p:spPr>
          <a:xfrm>
            <a:off x="3778664" y="2369203"/>
            <a:ext cx="5399405" cy="32397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FR" dirty="0"/>
              <a:t>{{chart_controls}}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2A9298-2B02-6748-D803-C447121862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CISO Assistant</a:t>
            </a:r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1219333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777E3-CD97-C5A0-4E84-AE49469FB3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</a:t>
            </a:r>
            <a:r>
              <a:rPr lang="en-FR" dirty="0"/>
              <a:t>ll controls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C9753F-2F0C-F265-190A-E291557E3F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2000" dirty="0"/>
              <a:t>{{</a:t>
            </a:r>
            <a:r>
              <a:rPr lang="en-GB" sz="2000" dirty="0" err="1"/>
              <a:t>table_full_controls</a:t>
            </a:r>
            <a:r>
              <a:rPr lang="en-GB" sz="2000" dirty="0"/>
              <a:t>}}</a:t>
            </a:r>
            <a:endParaRPr lang="en-FR" sz="200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11426D3-6642-C6BC-5554-8F20F944E7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CISO Assistant</a:t>
            </a:r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28731169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1315</TotalTime>
  <Words>57</Words>
  <Application>Microsoft Macintosh PowerPoint</Application>
  <PresentationFormat>Widescreen</PresentationFormat>
  <Paragraphs>16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{{audit_name}} </vt:lpstr>
      <vt:lpstr>scope {{perimeter_name}}</vt:lpstr>
      <vt:lpstr>Compliance overview</vt:lpstr>
      <vt:lpstr>Controls breakdown</vt:lpstr>
      <vt:lpstr>All controls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Abderrahmane Smimite</dc:creator>
  <cp:lastModifiedBy>Abderrahmane Smimite</cp:lastModifiedBy>
  <cp:revision>18</cp:revision>
  <dcterms:created xsi:type="dcterms:W3CDTF">2025-10-23T12:26:24Z</dcterms:created>
  <dcterms:modified xsi:type="dcterms:W3CDTF">2026-01-06T16:59:25Z</dcterms:modified>
</cp:coreProperties>
</file>