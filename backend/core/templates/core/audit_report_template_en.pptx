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{{audit_name}}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{{framework_name}}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{{date}}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Assessment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Total Requirements: {{req_total}}</a:t>
            </a:r>
          </a:p>
          <a:p>
            <a:pPr>
              <a:spcAft>
                <a:spcPts val="600"/>
              </a:spcAft>
              <a:defRPr sz="1600"/>
            </a:pPr>
            <a:r>
              <a:t>Compliant: {{req_compliant}}</a:t>
            </a:r>
          </a:p>
          <a:p>
            <a:pPr>
              <a:spcAft>
                <a:spcPts val="600"/>
              </a:spcAft>
              <a:defRPr sz="1600"/>
            </a:pPr>
            <a:r>
              <a:t>Partially Compliant: {{req_partially_compliant}}</a:t>
            </a:r>
          </a:p>
          <a:p>
            <a:pPr>
              <a:spcAft>
                <a:spcPts val="600"/>
              </a:spcAft>
              <a:defRPr sz="1600"/>
            </a:pPr>
            <a:r>
              <a:t>Non-Compliant: {{req_non_compliant}}</a:t>
            </a:r>
          </a:p>
          <a:p>
            <a:pPr>
              <a:spcAft>
                <a:spcPts val="600"/>
              </a:spcAft>
              <a:defRPr sz="1600"/>
            </a:pPr>
            <a:r>
              <a:t>Not Applicable: {{req_not_applicable}}</a:t>
            </a:r>
          </a:p>
          <a:p>
            <a:pPr>
              <a:spcAft>
                <a:spcPts val="600"/>
              </a:spcAft>
              <a:defRPr sz="1600"/>
            </a:pPr>
            <a:r>
              <a:t>Not Assessed: {{req_not_assessed}}</a:t>
            </a:r>
          </a:p>
          <a:p>
            <a:pPr>
              <a:spcAft>
                <a:spcPts val="600"/>
              </a:spcAft>
              <a:defRPr sz="1600"/>
            </a:pPr>
            <a:r>
              <a:t> </a:t>
            </a:r>
          </a:p>
          <a:p>
            <a:pPr>
              <a:spcAft>
                <a:spcPts val="600"/>
              </a:spcAft>
              <a:defRPr sz="1600"/>
            </a:pPr>
            <a:r>
              <a:t>Applied Controls: {{ac_count}}</a:t>
            </a:r>
          </a:p>
          <a:p>
            <a:pPr>
              <a:spcAft>
                <a:spcPts val="600"/>
              </a:spcAft>
              <a:defRPr sz="1600"/>
            </a:pPr>
            <a:r>
              <a:t>Implementation Groups: {{igs}}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09728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{{image:compliance_donut}}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Compliance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{{image:compliance_radar}}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{{image:completion_bar}}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Controls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{{image:chart_controls}}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Drifts by Category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05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2743200"/>
              </a:tblGrid>
              <a:tr h="3429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196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Drift Count</a:t>
                      </a:r>
                    </a:p>
                  </a:txBody>
                  <a:tcPr>
                    <a:solidFill>
                      <a:srgbClr val="2196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{{#each drifts_per_domain}}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{{name}}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{{drift_count}}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{{/each}}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Priority 1 Controls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590495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Control Name</a:t>
                      </a:r>
                    </a:p>
                  </a:txBody>
                  <a:tcPr>
                    <a:solidFill>
                      <a:srgbClr val="2196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196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196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219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{{#each p1_controls}}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{{name}}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{{category}}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{{status}}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{{coverage}}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{{/each}}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Contributors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Authors</a:t>
            </a:r>
          </a:p>
          <a:p>
            <a:pPr>
              <a:defRPr sz="1400"/>
            </a:pPr>
            <a:r>
              <a:t>{{authors}}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Reviewers</a:t>
            </a:r>
          </a:p>
          <a:p>
            <a:pPr>
              <a:defRPr sz="1400"/>
            </a:pPr>
            <a:r>
              <a:t>{{reviewers}}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